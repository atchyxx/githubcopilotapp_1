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ちょまどさんってどんな人？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5/30 Special Event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技術を、もっと楽しく。もっとやさしく。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エンジニアとしての知見と、親しみやすい発信力が魅力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会場全体が前向きになるトークが大人気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プロフィール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千代田まどかさん（ちょまどさん）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エンジニア / テックコミュニティで幅広く活動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難しい話を「わかる・できる」に変える説明が得意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学習者の気持ちに寄り添うやさしい語り口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2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ちょまどさんの魅力 3選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ここがすごい！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1. 技術の本質をシンプルに伝える力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2. 初学者にも届く具体例の多さ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3. 「まず一歩」を後押しするポジティブさ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発信スタイル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学びが続く理由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聞いたその日に試せる実践的なヒント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専門用語をかみ砕いたわかりやすい言葉選び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チャレンジを楽しむ空気を作るコミュニケーション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コミュニティへの貢献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いろんな場所で活躍中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イベント登壇で学びのきっかけを提供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SNS・動画・記事で継続的に知見を発信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世代や経験を超えてつながる場づくり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E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5/30 イベントの注目ポイント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今日ここを楽しもう！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最新トピックをやさしくキャッチアップ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明日から使えるヒントを持ち帰れる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参加者同士の交流で学びがさらに深まる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こんな人におすすめ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参加メリット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技術学習のモチベーションを上げたい人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やさしく学べるコミュニティに出会いたい人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まず一歩を踏み出すきっかけが欲しい人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2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参加前のワンポイント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準備するともっと楽しい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気になるテーマを1つ決めて聞く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印象に残った言葉をメモする</a:t>
            </a:r>
          </a:p>
          <a:p>
            <a:pPr algn="l">
              <a:spcAft>
                <a:spcPts val="1000"/>
              </a:spcAft>
              <a:defRPr sz="2200">
                <a:solidFill>
                  <a:srgbClr val="464650"/>
                </a:solidFill>
                <a:latin typeface="Meiryo"/>
              </a:defRPr>
            </a:pPr>
            <a:r>
              <a:t>★ イベント後に1つだけ実践することを決める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ありがとうメッセージ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ちょまどさん、ありがとうございます！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400">
                <a:solidFill>
                  <a:srgbClr val="464650"/>
                </a:solidFill>
                <a:latin typeface="Meiryo"/>
              </a:defRPr>
            </a:pPr>
            <a:r>
              <a:t>★ 楽しく学べる時間をありがとうございます</a:t>
            </a:r>
          </a:p>
          <a:p>
            <a:pPr algn="l">
              <a:spcAft>
                <a:spcPts val="1000"/>
              </a:spcAft>
              <a:defRPr sz="2400">
                <a:solidFill>
                  <a:srgbClr val="464650"/>
                </a:solidFill>
                <a:latin typeface="Meiryo"/>
              </a:defRPr>
            </a:pPr>
            <a:r>
              <a:t>★ 5/30イベント、みんなで最高の1日にしましょう！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91440"/>
            <a:ext cx="1280160" cy="1280160"/>
          </a:xfrm>
          <a:prstGeom prst="ellipse">
            <a:avLst/>
          </a:prstGeom>
          <a:solidFill>
            <a:srgbClr val="FFA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" y="5486400"/>
            <a:ext cx="1097280" cy="1097280"/>
          </a:xfrm>
          <a:prstGeom prst="ellipse">
            <a:avLst/>
          </a:prstGeom>
          <a:solidFill>
            <a:srgbClr val="E2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5943600"/>
            <a:ext cx="548640" cy="548640"/>
          </a:xfrm>
          <a:prstGeom prst="ellipse">
            <a:avLst/>
          </a:prstGeom>
          <a:solidFill>
            <a:srgbClr val="EF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6576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584A7A"/>
                </a:solidFill>
                <a:latin typeface="Meiryo"/>
              </a:defRPr>
            </a:pPr>
            <a:r>
              <a:t>Let's enjoy &amp; keep learning!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603504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FFA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584A7A"/>
                </a:solidFill>
                <a:latin typeface="Meiryo"/>
              </a:defRPr>
            </a:pPr>
            <a:r>
              <a:t>かわいく・楽しく・自分らしく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05840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1000"/>
              </a:spcAft>
              <a:defRPr sz="2400">
                <a:solidFill>
                  <a:srgbClr val="464650"/>
                </a:solidFill>
                <a:latin typeface="Meiryo"/>
              </a:defRPr>
            </a:pPr>
            <a:r>
              <a:t>★ 学びは、続けるほど面白くなる。</a:t>
            </a:r>
          </a:p>
          <a:p>
            <a:pPr algn="l">
              <a:spcAft>
                <a:spcPts val="1000"/>
              </a:spcAft>
              <a:defRPr sz="2400">
                <a:solidFill>
                  <a:srgbClr val="464650"/>
                </a:solidFill>
                <a:latin typeface="Meiryo"/>
              </a:defRPr>
            </a:pPr>
            <a:r>
              <a:t>★ 今日の出会いを、次の一歩につなげよう。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