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ちょまどさんってどんな人？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4040"/>
                </a:solidFill>
                <a:latin typeface="Meiryo"/>
              </a:defRPr>
            </a:pPr>
            <a:r>
              <a:t>• 5/30 Special Event</a:t>
            </a:r>
          </a:p>
          <a:p>
            <a:pPr>
              <a:spcAft>
                <a:spcPts val="1200"/>
              </a:spcAft>
              <a:defRPr sz="2800">
                <a:solidFill>
                  <a:srgbClr val="404040"/>
                </a:solidFill>
                <a:latin typeface="Meiryo"/>
              </a:defRPr>
            </a:pPr>
            <a:r>
              <a:t>• 技術を、もっと楽しく。もっとやさしく。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千代田まどかさん（ちょまどさん）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エンジニア / テックコミュニティで幅広く活動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学びを楽しく伝える発信が魅力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親しみやすいトークで大人気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E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ここがすごい！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難しい技術をわかりやすく説明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初心者にもやさしい目線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聞くと『やってみたい！』が増える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いろんな場所で活躍中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イベント登壇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SNS・動画・記事での発信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コミュニティを盛り上げる取り組み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5/30イベント注目ポイント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どんなテーマの話が聞ける？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明日から使える学び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参加者みんなで楽しむ空気感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こんな気持ちで参加しよう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わからないことはそのままでOK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気になったらメモ！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  <a:latin typeface="Meiryo"/>
              </a:defRPr>
            </a:pPr>
            <a:r>
              <a:t>• 一歩だけでも『やってみる』が大事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ちょまどさん、ありがとうございます！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4040"/>
                </a:solidFill>
                <a:latin typeface="Meiryo"/>
              </a:defRPr>
            </a:pPr>
            <a:r>
              <a:t>• 楽しく学べる時間をありがとうございます</a:t>
            </a:r>
          </a:p>
          <a:p>
            <a:pPr>
              <a:spcAft>
                <a:spcPts val="1200"/>
              </a:spcAft>
              <a:defRPr sz="2800">
                <a:solidFill>
                  <a:srgbClr val="404040"/>
                </a:solidFill>
                <a:latin typeface="Meiryo"/>
              </a:defRPr>
            </a:pPr>
            <a:r>
              <a:t>• 5/30イベント、最高に楽しみましょう！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82880"/>
            <a:ext cx="1371600" cy="1371600"/>
          </a:xfrm>
          <a:prstGeom prst="ellipse">
            <a:avLst/>
          </a:prstGeom>
          <a:solidFill>
            <a:srgbClr val="F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97280" cy="1097280"/>
          </a:xfrm>
          <a:prstGeom prst="ellipse">
            <a:avLst/>
          </a:prstGeom>
          <a:solidFill>
            <a:srgbClr val="C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D4D66"/>
                </a:solidFill>
                <a:latin typeface="Meiryo"/>
              </a:defRPr>
            </a:pPr>
            <a:r>
              <a:t>Let’s enjoy &amp; keep learning!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4040"/>
                </a:solidFill>
                <a:latin typeface="Meiryo"/>
              </a:defRPr>
            </a:pPr>
            <a:r>
              <a:t>• 学びは、かわいく・楽しく・自分らしく。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